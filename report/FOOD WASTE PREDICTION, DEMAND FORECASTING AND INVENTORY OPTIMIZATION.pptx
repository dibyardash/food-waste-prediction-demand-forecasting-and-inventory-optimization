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8" r:id="rId6"/>
    <p:sldId id="261" r:id="rId7"/>
    <p:sldId id="270" r:id="rId8"/>
    <p:sldId id="271" r:id="rId9"/>
    <p:sldId id="272" r:id="rId10"/>
    <p:sldId id="278" r:id="rId11"/>
    <p:sldId id="275" r:id="rId12"/>
    <p:sldId id="277" r:id="rId13"/>
    <p:sldId id="276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13D155-C753-4C8A-AA0E-DB75268735F5}" v="42" dt="2026-07-28T03:36:44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54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bya Dash" userId="650c2379-2091-4a9d-981a-8434f89a2ba4" providerId="ADAL" clId="{20F07DAF-5025-47E0-A9C4-92B6E7D1C296}"/>
    <pc:docChg chg="undo custSel mod addSld delSld modSld modMainMaster">
      <pc:chgData name="Dibya Dash" userId="650c2379-2091-4a9d-981a-8434f89a2ba4" providerId="ADAL" clId="{20F07DAF-5025-47E0-A9C4-92B6E7D1C296}" dt="2026-07-28T03:37:18.494" v="427" actId="1076"/>
      <pc:docMkLst>
        <pc:docMk/>
      </pc:docMkLst>
      <pc:sldChg chg="modSp mod">
        <pc:chgData name="Dibya Dash" userId="650c2379-2091-4a9d-981a-8434f89a2ba4" providerId="ADAL" clId="{20F07DAF-5025-47E0-A9C4-92B6E7D1C296}" dt="2026-07-28T02:51:13.623" v="199" actId="20577"/>
        <pc:sldMkLst>
          <pc:docMk/>
          <pc:sldMk cId="3733486012" sldId="258"/>
        </pc:sldMkLst>
        <pc:spChg chg="mod">
          <ac:chgData name="Dibya Dash" userId="650c2379-2091-4a9d-981a-8434f89a2ba4" providerId="ADAL" clId="{20F07DAF-5025-47E0-A9C4-92B6E7D1C296}" dt="2026-07-26T23:25:52.825" v="25" actId="20577"/>
          <ac:spMkLst>
            <pc:docMk/>
            <pc:sldMk cId="3733486012" sldId="258"/>
            <ac:spMk id="7" creationId="{7875C19A-1AAE-476A-A316-A2CF92D763D3}"/>
          </ac:spMkLst>
        </pc:spChg>
        <pc:spChg chg="mod">
          <ac:chgData name="Dibya Dash" userId="650c2379-2091-4a9d-981a-8434f89a2ba4" providerId="ADAL" clId="{20F07DAF-5025-47E0-A9C4-92B6E7D1C296}" dt="2026-07-28T02:51:13.623" v="199" actId="20577"/>
          <ac:spMkLst>
            <pc:docMk/>
            <pc:sldMk cId="3733486012" sldId="258"/>
            <ac:spMk id="10" creationId="{EF2BC084-E6DB-4DE7-B309-042A85EBA700}"/>
          </ac:spMkLst>
        </pc:spChg>
      </pc:sldChg>
      <pc:sldChg chg="addSp delSp modSp mod">
        <pc:chgData name="Dibya Dash" userId="650c2379-2091-4a9d-981a-8434f89a2ba4" providerId="ADAL" clId="{20F07DAF-5025-47E0-A9C4-92B6E7D1C296}" dt="2026-07-28T02:41:49.668" v="71" actId="2710"/>
        <pc:sldMkLst>
          <pc:docMk/>
          <pc:sldMk cId="3607270498" sldId="261"/>
        </pc:sldMkLst>
        <pc:spChg chg="mod">
          <ac:chgData name="Dibya Dash" userId="650c2379-2091-4a9d-981a-8434f89a2ba4" providerId="ADAL" clId="{20F07DAF-5025-47E0-A9C4-92B6E7D1C296}" dt="2026-07-28T02:29:57.379" v="38" actId="20577"/>
          <ac:spMkLst>
            <pc:docMk/>
            <pc:sldMk cId="3607270498" sldId="261"/>
            <ac:spMk id="4" creationId="{315E3981-F0D7-482C-A8E0-6A57700BECA7}"/>
          </ac:spMkLst>
        </pc:spChg>
        <pc:spChg chg="del">
          <ac:chgData name="Dibya Dash" userId="650c2379-2091-4a9d-981a-8434f89a2ba4" providerId="ADAL" clId="{20F07DAF-5025-47E0-A9C4-92B6E7D1C296}" dt="2026-07-28T02:30:24.064" v="42" actId="21"/>
          <ac:spMkLst>
            <pc:docMk/>
            <pc:sldMk cId="3607270498" sldId="261"/>
            <ac:spMk id="5" creationId="{E0C87788-476B-4620-8002-A5C1177AD6C1}"/>
          </ac:spMkLst>
        </pc:spChg>
        <pc:spChg chg="del mod">
          <ac:chgData name="Dibya Dash" userId="650c2379-2091-4a9d-981a-8434f89a2ba4" providerId="ADAL" clId="{20F07DAF-5025-47E0-A9C4-92B6E7D1C296}" dt="2026-07-28T02:30:18.052" v="41" actId="21"/>
          <ac:spMkLst>
            <pc:docMk/>
            <pc:sldMk cId="3607270498" sldId="261"/>
            <ac:spMk id="6" creationId="{000A9570-5EF6-4AFB-9FCA-7C8998E3FEB1}"/>
          </ac:spMkLst>
        </pc:spChg>
        <pc:spChg chg="del">
          <ac:chgData name="Dibya Dash" userId="650c2379-2091-4a9d-981a-8434f89a2ba4" providerId="ADAL" clId="{20F07DAF-5025-47E0-A9C4-92B6E7D1C296}" dt="2026-07-28T02:37:13.258" v="44" actId="21"/>
          <ac:spMkLst>
            <pc:docMk/>
            <pc:sldMk cId="3607270498" sldId="261"/>
            <ac:spMk id="7" creationId="{B74126B4-1E6C-4FFF-9282-40E18A85A07F}"/>
          </ac:spMkLst>
        </pc:spChg>
        <pc:spChg chg="mod">
          <ac:chgData name="Dibya Dash" userId="650c2379-2091-4a9d-981a-8434f89a2ba4" providerId="ADAL" clId="{20F07DAF-5025-47E0-A9C4-92B6E7D1C296}" dt="2026-07-28T02:41:49.668" v="71" actId="2710"/>
          <ac:spMkLst>
            <pc:docMk/>
            <pc:sldMk cId="3607270498" sldId="261"/>
            <ac:spMk id="8" creationId="{47DC4E62-1A34-4F98-A451-214F1808519C}"/>
          </ac:spMkLst>
        </pc:spChg>
        <pc:spChg chg="add del mod">
          <ac:chgData name="Dibya Dash" userId="650c2379-2091-4a9d-981a-8434f89a2ba4" providerId="ADAL" clId="{20F07DAF-5025-47E0-A9C4-92B6E7D1C296}" dt="2026-07-28T02:30:28.755" v="43" actId="21"/>
          <ac:spMkLst>
            <pc:docMk/>
            <pc:sldMk cId="3607270498" sldId="261"/>
            <ac:spMk id="9" creationId="{7C3B3053-28E5-54E7-B342-52E9DF3CF644}"/>
          </ac:spMkLst>
        </pc:spChg>
        <pc:spChg chg="add del mod">
          <ac:chgData name="Dibya Dash" userId="650c2379-2091-4a9d-981a-8434f89a2ba4" providerId="ADAL" clId="{20F07DAF-5025-47E0-A9C4-92B6E7D1C296}" dt="2026-07-28T02:37:16.920" v="45" actId="21"/>
          <ac:spMkLst>
            <pc:docMk/>
            <pc:sldMk cId="3607270498" sldId="261"/>
            <ac:spMk id="11" creationId="{BE44C529-5197-DBE9-A160-7EE034697549}"/>
          </ac:spMkLst>
        </pc:spChg>
        <pc:spChg chg="add mod">
          <ac:chgData name="Dibya Dash" userId="650c2379-2091-4a9d-981a-8434f89a2ba4" providerId="ADAL" clId="{20F07DAF-5025-47E0-A9C4-92B6E7D1C296}" dt="2026-07-28T02:38:04.670" v="50"/>
          <ac:spMkLst>
            <pc:docMk/>
            <pc:sldMk cId="3607270498" sldId="261"/>
            <ac:spMk id="12" creationId="{BE44C529-5197-DBE9-A160-7EE034697549}"/>
          </ac:spMkLst>
        </pc:spChg>
      </pc:sldChg>
      <pc:sldChg chg="addSp delSp modSp del mod">
        <pc:chgData name="Dibya Dash" userId="650c2379-2091-4a9d-981a-8434f89a2ba4" providerId="ADAL" clId="{20F07DAF-5025-47E0-A9C4-92B6E7D1C296}" dt="2026-07-28T02:42:50.065" v="94" actId="2696"/>
        <pc:sldMkLst>
          <pc:docMk/>
          <pc:sldMk cId="3892131414" sldId="262"/>
        </pc:sldMkLst>
        <pc:spChg chg="mod">
          <ac:chgData name="Dibya Dash" userId="650c2379-2091-4a9d-981a-8434f89a2ba4" providerId="ADAL" clId="{20F07DAF-5025-47E0-A9C4-92B6E7D1C296}" dt="2026-07-28T02:42:10.164" v="87" actId="20577"/>
          <ac:spMkLst>
            <pc:docMk/>
            <pc:sldMk cId="3892131414" sldId="262"/>
            <ac:spMk id="4" creationId="{315E3981-F0D7-482C-A8E0-6A57700BECA7}"/>
          </ac:spMkLst>
        </pc:spChg>
        <pc:spChg chg="add del mod">
          <ac:chgData name="Dibya Dash" userId="650c2379-2091-4a9d-981a-8434f89a2ba4" providerId="ADAL" clId="{20F07DAF-5025-47E0-A9C4-92B6E7D1C296}" dt="2026-07-28T02:42:25.165" v="89" actId="21"/>
          <ac:spMkLst>
            <pc:docMk/>
            <pc:sldMk cId="3892131414" sldId="262"/>
            <ac:spMk id="5" creationId="{084FA0D0-E41C-CA4F-4B43-97BAF0B81C7C}"/>
          </ac:spMkLst>
        </pc:spChg>
        <pc:spChg chg="add del mod">
          <ac:chgData name="Dibya Dash" userId="650c2379-2091-4a9d-981a-8434f89a2ba4" providerId="ADAL" clId="{20F07DAF-5025-47E0-A9C4-92B6E7D1C296}" dt="2026-07-28T02:42:31.325" v="91" actId="21"/>
          <ac:spMkLst>
            <pc:docMk/>
            <pc:sldMk cId="3892131414" sldId="262"/>
            <ac:spMk id="7" creationId="{8977757D-BF73-5B2E-8131-CC16451F53E9}"/>
          </ac:spMkLst>
        </pc:spChg>
        <pc:spChg chg="add mod">
          <ac:chgData name="Dibya Dash" userId="650c2379-2091-4a9d-981a-8434f89a2ba4" providerId="ADAL" clId="{20F07DAF-5025-47E0-A9C4-92B6E7D1C296}" dt="2026-07-28T02:42:33.630" v="92" actId="21"/>
          <ac:spMkLst>
            <pc:docMk/>
            <pc:sldMk cId="3892131414" sldId="262"/>
            <ac:spMk id="9" creationId="{B1942AE0-8696-7634-5410-E554E4876674}"/>
          </ac:spMkLst>
        </pc:spChg>
        <pc:picChg chg="del">
          <ac:chgData name="Dibya Dash" userId="650c2379-2091-4a9d-981a-8434f89a2ba4" providerId="ADAL" clId="{20F07DAF-5025-47E0-A9C4-92B6E7D1C296}" dt="2026-07-28T02:42:20.824" v="88" actId="478"/>
          <ac:picMkLst>
            <pc:docMk/>
            <pc:sldMk cId="3892131414" sldId="262"/>
            <ac:picMk id="25" creationId="{C03AAFA7-022A-47F8-9DA1-7DC3897D1E52}"/>
          </ac:picMkLst>
        </pc:picChg>
        <pc:picChg chg="del">
          <ac:chgData name="Dibya Dash" userId="650c2379-2091-4a9d-981a-8434f89a2ba4" providerId="ADAL" clId="{20F07DAF-5025-47E0-A9C4-92B6E7D1C296}" dt="2026-07-28T02:42:27.598" v="90" actId="21"/>
          <ac:picMkLst>
            <pc:docMk/>
            <pc:sldMk cId="3892131414" sldId="262"/>
            <ac:picMk id="27" creationId="{6F737161-FE67-434D-A781-59EDB9EDCB23}"/>
          </ac:picMkLst>
        </pc:picChg>
        <pc:picChg chg="del">
          <ac:chgData name="Dibya Dash" userId="650c2379-2091-4a9d-981a-8434f89a2ba4" providerId="ADAL" clId="{20F07DAF-5025-47E0-A9C4-92B6E7D1C296}" dt="2026-07-28T02:42:33.630" v="92" actId="21"/>
          <ac:picMkLst>
            <pc:docMk/>
            <pc:sldMk cId="3892131414" sldId="262"/>
            <ac:picMk id="29" creationId="{9E5BF01B-21D6-4D43-9CAE-0298685C1A7B}"/>
          </ac:picMkLst>
        </pc:picChg>
      </pc:sldChg>
      <pc:sldChg chg="del">
        <pc:chgData name="Dibya Dash" userId="650c2379-2091-4a9d-981a-8434f89a2ba4" providerId="ADAL" clId="{20F07DAF-5025-47E0-A9C4-92B6E7D1C296}" dt="2026-07-28T02:42:55.971" v="96" actId="2696"/>
        <pc:sldMkLst>
          <pc:docMk/>
          <pc:sldMk cId="663103393" sldId="264"/>
        </pc:sldMkLst>
      </pc:sldChg>
      <pc:sldChg chg="del">
        <pc:chgData name="Dibya Dash" userId="650c2379-2091-4a9d-981a-8434f89a2ba4" providerId="ADAL" clId="{20F07DAF-5025-47E0-A9C4-92B6E7D1C296}" dt="2026-07-28T02:42:59.240" v="97" actId="2696"/>
        <pc:sldMkLst>
          <pc:docMk/>
          <pc:sldMk cId="1065425595" sldId="266"/>
        </pc:sldMkLst>
      </pc:sldChg>
      <pc:sldChg chg="del">
        <pc:chgData name="Dibya Dash" userId="650c2379-2091-4a9d-981a-8434f89a2ba4" providerId="ADAL" clId="{20F07DAF-5025-47E0-A9C4-92B6E7D1C296}" dt="2026-07-28T02:43:08.355" v="99" actId="2696"/>
        <pc:sldMkLst>
          <pc:docMk/>
          <pc:sldMk cId="914134537" sldId="267"/>
        </pc:sldMkLst>
      </pc:sldChg>
      <pc:sldChg chg="del">
        <pc:chgData name="Dibya Dash" userId="650c2379-2091-4a9d-981a-8434f89a2ba4" providerId="ADAL" clId="{20F07DAF-5025-47E0-A9C4-92B6E7D1C296}" dt="2026-07-28T02:43:12.059" v="100" actId="2696"/>
        <pc:sldMkLst>
          <pc:docMk/>
          <pc:sldMk cId="44069682" sldId="268"/>
        </pc:sldMkLst>
      </pc:sldChg>
      <pc:sldChg chg="addSp modSp mod">
        <pc:chgData name="Dibya Dash" userId="650c2379-2091-4a9d-981a-8434f89a2ba4" providerId="ADAL" clId="{20F07DAF-5025-47E0-A9C4-92B6E7D1C296}" dt="2026-07-28T03:37:18.494" v="427" actId="1076"/>
        <pc:sldMkLst>
          <pc:docMk/>
          <pc:sldMk cId="429771863" sldId="269"/>
        </pc:sldMkLst>
        <pc:spChg chg="mod">
          <ac:chgData name="Dibya Dash" userId="650c2379-2091-4a9d-981a-8434f89a2ba4" providerId="ADAL" clId="{20F07DAF-5025-47E0-A9C4-92B6E7D1C296}" dt="2026-07-28T03:37:14.316" v="426" actId="1076"/>
          <ac:spMkLst>
            <pc:docMk/>
            <pc:sldMk cId="429771863" sldId="269"/>
            <ac:spMk id="2" creationId="{632BE5BF-9922-45FB-8F3F-4446D40A051B}"/>
          </ac:spMkLst>
        </pc:spChg>
        <pc:spChg chg="add mod">
          <ac:chgData name="Dibya Dash" userId="650c2379-2091-4a9d-981a-8434f89a2ba4" providerId="ADAL" clId="{20F07DAF-5025-47E0-A9C4-92B6E7D1C296}" dt="2026-07-28T03:37:18.494" v="427" actId="1076"/>
          <ac:spMkLst>
            <pc:docMk/>
            <pc:sldMk cId="429771863" sldId="269"/>
            <ac:spMk id="3" creationId="{E8051360-0F46-2C0B-A236-C449F6791117}"/>
          </ac:spMkLst>
        </pc:spChg>
      </pc:sldChg>
      <pc:sldChg chg="modSp add mod">
        <pc:chgData name="Dibya Dash" userId="650c2379-2091-4a9d-981a-8434f89a2ba4" providerId="ADAL" clId="{20F07DAF-5025-47E0-A9C4-92B6E7D1C296}" dt="2026-07-28T02:47:43.094" v="151" actId="2710"/>
        <pc:sldMkLst>
          <pc:docMk/>
          <pc:sldMk cId="2809157852" sldId="270"/>
        </pc:sldMkLst>
        <pc:spChg chg="mod">
          <ac:chgData name="Dibya Dash" userId="650c2379-2091-4a9d-981a-8434f89a2ba4" providerId="ADAL" clId="{20F07DAF-5025-47E0-A9C4-92B6E7D1C296}" dt="2026-07-28T02:43:50.963" v="119" actId="20577"/>
          <ac:spMkLst>
            <pc:docMk/>
            <pc:sldMk cId="2809157852" sldId="270"/>
            <ac:spMk id="4" creationId="{5631873A-D955-1B02-CBFA-B9F85E1919F1}"/>
          </ac:spMkLst>
        </pc:spChg>
        <pc:spChg chg="mod">
          <ac:chgData name="Dibya Dash" userId="650c2379-2091-4a9d-981a-8434f89a2ba4" providerId="ADAL" clId="{20F07DAF-5025-47E0-A9C4-92B6E7D1C296}" dt="2026-07-28T02:47:43.094" v="151" actId="2710"/>
          <ac:spMkLst>
            <pc:docMk/>
            <pc:sldMk cId="2809157852" sldId="270"/>
            <ac:spMk id="8" creationId="{C93D6557-E07F-E19F-D0D0-398B51CAD589}"/>
          </ac:spMkLst>
        </pc:spChg>
      </pc:sldChg>
      <pc:sldChg chg="modSp add mod">
        <pc:chgData name="Dibya Dash" userId="650c2379-2091-4a9d-981a-8434f89a2ba4" providerId="ADAL" clId="{20F07DAF-5025-47E0-A9C4-92B6E7D1C296}" dt="2026-07-28T02:49:52.547" v="174" actId="20577"/>
        <pc:sldMkLst>
          <pc:docMk/>
          <pc:sldMk cId="3935985382" sldId="271"/>
        </pc:sldMkLst>
        <pc:spChg chg="mod">
          <ac:chgData name="Dibya Dash" userId="650c2379-2091-4a9d-981a-8434f89a2ba4" providerId="ADAL" clId="{20F07DAF-5025-47E0-A9C4-92B6E7D1C296}" dt="2026-07-28T02:44:07.027" v="120"/>
          <ac:spMkLst>
            <pc:docMk/>
            <pc:sldMk cId="3935985382" sldId="271"/>
            <ac:spMk id="4" creationId="{774FC887-4452-14C5-B0F2-E6DF19B06EC7}"/>
          </ac:spMkLst>
        </pc:spChg>
        <pc:spChg chg="mod">
          <ac:chgData name="Dibya Dash" userId="650c2379-2091-4a9d-981a-8434f89a2ba4" providerId="ADAL" clId="{20F07DAF-5025-47E0-A9C4-92B6E7D1C296}" dt="2026-07-28T02:49:52.547" v="174" actId="20577"/>
          <ac:spMkLst>
            <pc:docMk/>
            <pc:sldMk cId="3935985382" sldId="271"/>
            <ac:spMk id="8" creationId="{F85430A5-6EFC-4278-9249-844FFFE27D0F}"/>
          </ac:spMkLst>
        </pc:spChg>
      </pc:sldChg>
      <pc:sldChg chg="modSp add mod">
        <pc:chgData name="Dibya Dash" userId="650c2379-2091-4a9d-981a-8434f89a2ba4" providerId="ADAL" clId="{20F07DAF-5025-47E0-A9C4-92B6E7D1C296}" dt="2026-07-28T02:55:58.337" v="218" actId="255"/>
        <pc:sldMkLst>
          <pc:docMk/>
          <pc:sldMk cId="3584759131" sldId="272"/>
        </pc:sldMkLst>
        <pc:spChg chg="mod">
          <ac:chgData name="Dibya Dash" userId="650c2379-2091-4a9d-981a-8434f89a2ba4" providerId="ADAL" clId="{20F07DAF-5025-47E0-A9C4-92B6E7D1C296}" dt="2026-07-28T02:51:22.982" v="200"/>
          <ac:spMkLst>
            <pc:docMk/>
            <pc:sldMk cId="3584759131" sldId="272"/>
            <ac:spMk id="4" creationId="{4373FB3E-8B43-DC44-6E29-E0AC6D7F526A}"/>
          </ac:spMkLst>
        </pc:spChg>
        <pc:spChg chg="mod">
          <ac:chgData name="Dibya Dash" userId="650c2379-2091-4a9d-981a-8434f89a2ba4" providerId="ADAL" clId="{20F07DAF-5025-47E0-A9C4-92B6E7D1C296}" dt="2026-07-28T02:55:58.337" v="218" actId="255"/>
          <ac:spMkLst>
            <pc:docMk/>
            <pc:sldMk cId="3584759131" sldId="272"/>
            <ac:spMk id="8" creationId="{5A8BD0AB-34E9-899E-C855-10750F318603}"/>
          </ac:spMkLst>
        </pc:spChg>
      </pc:sldChg>
      <pc:sldChg chg="addSp delSp modSp add del mod modClrScheme chgLayout">
        <pc:chgData name="Dibya Dash" userId="650c2379-2091-4a9d-981a-8434f89a2ba4" providerId="ADAL" clId="{20F07DAF-5025-47E0-A9C4-92B6E7D1C296}" dt="2026-07-28T03:16:58.759" v="312" actId="2696"/>
        <pc:sldMkLst>
          <pc:docMk/>
          <pc:sldMk cId="235231119" sldId="273"/>
        </pc:sldMkLst>
        <pc:spChg chg="mod ord">
          <ac:chgData name="Dibya Dash" userId="650c2379-2091-4a9d-981a-8434f89a2ba4" providerId="ADAL" clId="{20F07DAF-5025-47E0-A9C4-92B6E7D1C296}" dt="2026-07-28T03:11:58.305" v="249" actId="700"/>
          <ac:spMkLst>
            <pc:docMk/>
            <pc:sldMk cId="235231119" sldId="273"/>
            <ac:spMk id="2" creationId="{B27A58BD-BDBB-1F47-B882-6C8805160CD0}"/>
          </ac:spMkLst>
        </pc:spChg>
        <pc:spChg chg="add del mod">
          <ac:chgData name="Dibya Dash" userId="650c2379-2091-4a9d-981a-8434f89a2ba4" providerId="ADAL" clId="{20F07DAF-5025-47E0-A9C4-92B6E7D1C296}" dt="2026-07-28T03:16:50.369" v="311" actId="21"/>
          <ac:spMkLst>
            <pc:docMk/>
            <pc:sldMk cId="235231119" sldId="273"/>
            <ac:spMk id="3" creationId="{4A2C7ADD-E59D-678A-71E6-675611425C87}"/>
          </ac:spMkLst>
        </pc:spChg>
        <pc:spChg chg="mod ord">
          <ac:chgData name="Dibya Dash" userId="650c2379-2091-4a9d-981a-8434f89a2ba4" providerId="ADAL" clId="{20F07DAF-5025-47E0-A9C4-92B6E7D1C296}" dt="2026-07-28T03:11:58.305" v="249" actId="700"/>
          <ac:spMkLst>
            <pc:docMk/>
            <pc:sldMk cId="235231119" sldId="273"/>
            <ac:spMk id="4" creationId="{2DBA8A1D-D688-DD42-B186-717B4DC5BBFB}"/>
          </ac:spMkLst>
        </pc:spChg>
        <pc:spChg chg="mod ord">
          <ac:chgData name="Dibya Dash" userId="650c2379-2091-4a9d-981a-8434f89a2ba4" providerId="ADAL" clId="{20F07DAF-5025-47E0-A9C4-92B6E7D1C296}" dt="2026-07-28T03:16:19.730" v="303" actId="14100"/>
          <ac:spMkLst>
            <pc:docMk/>
            <pc:sldMk cId="235231119" sldId="273"/>
            <ac:spMk id="8" creationId="{1118C97F-4CC8-146A-3763-E393501047D5}"/>
          </ac:spMkLst>
        </pc:spChg>
      </pc:sldChg>
      <pc:sldChg chg="modSp add del">
        <pc:chgData name="Dibya Dash" userId="650c2379-2091-4a9d-981a-8434f89a2ba4" providerId="ADAL" clId="{20F07DAF-5025-47E0-A9C4-92B6E7D1C296}" dt="2026-07-28T02:46:06.387" v="132" actId="2696"/>
        <pc:sldMkLst>
          <pc:docMk/>
          <pc:sldMk cId="1256390439" sldId="274"/>
        </pc:sldMkLst>
        <pc:spChg chg="mod">
          <ac:chgData name="Dibya Dash" userId="650c2379-2091-4a9d-981a-8434f89a2ba4" providerId="ADAL" clId="{20F07DAF-5025-47E0-A9C4-92B6E7D1C296}" dt="2026-07-28T02:45:02.820" v="126"/>
          <ac:spMkLst>
            <pc:docMk/>
            <pc:sldMk cId="1256390439" sldId="274"/>
            <ac:spMk id="4" creationId="{910A6777-72C3-802C-3F82-252AAB4CD073}"/>
          </ac:spMkLst>
        </pc:spChg>
      </pc:sldChg>
      <pc:sldChg chg="modSp add mod">
        <pc:chgData name="Dibya Dash" userId="650c2379-2091-4a9d-981a-8434f89a2ba4" providerId="ADAL" clId="{20F07DAF-5025-47E0-A9C4-92B6E7D1C296}" dt="2026-07-28T03:04:22.923" v="234" actId="20577"/>
        <pc:sldMkLst>
          <pc:docMk/>
          <pc:sldMk cId="783395007" sldId="275"/>
        </pc:sldMkLst>
        <pc:spChg chg="mod">
          <ac:chgData name="Dibya Dash" userId="650c2379-2091-4a9d-981a-8434f89a2ba4" providerId="ADAL" clId="{20F07DAF-5025-47E0-A9C4-92B6E7D1C296}" dt="2026-07-28T02:45:10.440" v="127"/>
          <ac:spMkLst>
            <pc:docMk/>
            <pc:sldMk cId="783395007" sldId="275"/>
            <ac:spMk id="4" creationId="{450028DB-BA26-2E98-B4B7-A95E33429397}"/>
          </ac:spMkLst>
        </pc:spChg>
        <pc:spChg chg="mod">
          <ac:chgData name="Dibya Dash" userId="650c2379-2091-4a9d-981a-8434f89a2ba4" providerId="ADAL" clId="{20F07DAF-5025-47E0-A9C4-92B6E7D1C296}" dt="2026-07-28T03:04:22.923" v="234" actId="20577"/>
          <ac:spMkLst>
            <pc:docMk/>
            <pc:sldMk cId="783395007" sldId="275"/>
            <ac:spMk id="8" creationId="{277FD1EA-AF3B-CF33-22D5-3910719B906C}"/>
          </ac:spMkLst>
        </pc:spChg>
      </pc:sldChg>
      <pc:sldChg chg="modSp add mod">
        <pc:chgData name="Dibya Dash" userId="650c2379-2091-4a9d-981a-8434f89a2ba4" providerId="ADAL" clId="{20F07DAF-5025-47E0-A9C4-92B6E7D1C296}" dt="2026-07-28T03:34:24.945" v="420" actId="255"/>
        <pc:sldMkLst>
          <pc:docMk/>
          <pc:sldMk cId="516795187" sldId="276"/>
        </pc:sldMkLst>
        <pc:spChg chg="mod">
          <ac:chgData name="Dibya Dash" userId="650c2379-2091-4a9d-981a-8434f89a2ba4" providerId="ADAL" clId="{20F07DAF-5025-47E0-A9C4-92B6E7D1C296}" dt="2026-07-28T02:45:36.939" v="131"/>
          <ac:spMkLst>
            <pc:docMk/>
            <pc:sldMk cId="516795187" sldId="276"/>
            <ac:spMk id="4" creationId="{3CB279BC-AA85-67D2-AC6C-A4708A5EAC82}"/>
          </ac:spMkLst>
        </pc:spChg>
        <pc:spChg chg="mod">
          <ac:chgData name="Dibya Dash" userId="650c2379-2091-4a9d-981a-8434f89a2ba4" providerId="ADAL" clId="{20F07DAF-5025-47E0-A9C4-92B6E7D1C296}" dt="2026-07-28T03:34:24.945" v="420" actId="255"/>
          <ac:spMkLst>
            <pc:docMk/>
            <pc:sldMk cId="516795187" sldId="276"/>
            <ac:spMk id="8" creationId="{7D7A3EC5-3EF2-89E8-0078-F1C0F6F75105}"/>
          </ac:spMkLst>
        </pc:spChg>
      </pc:sldChg>
      <pc:sldChg chg="modSp add mod">
        <pc:chgData name="Dibya Dash" userId="650c2379-2091-4a9d-981a-8434f89a2ba4" providerId="ADAL" clId="{20F07DAF-5025-47E0-A9C4-92B6E7D1C296}" dt="2026-07-28T03:07:54.135" v="245" actId="2710"/>
        <pc:sldMkLst>
          <pc:docMk/>
          <pc:sldMk cId="2459823700" sldId="277"/>
        </pc:sldMkLst>
        <pc:spChg chg="mod">
          <ac:chgData name="Dibya Dash" userId="650c2379-2091-4a9d-981a-8434f89a2ba4" providerId="ADAL" clId="{20F07DAF-5025-47E0-A9C4-92B6E7D1C296}" dt="2026-07-28T02:45:28.476" v="130"/>
          <ac:spMkLst>
            <pc:docMk/>
            <pc:sldMk cId="2459823700" sldId="277"/>
            <ac:spMk id="4" creationId="{E42DBDDA-86C3-1F41-2798-FB3BE59C4D32}"/>
          </ac:spMkLst>
        </pc:spChg>
        <pc:spChg chg="mod">
          <ac:chgData name="Dibya Dash" userId="650c2379-2091-4a9d-981a-8434f89a2ba4" providerId="ADAL" clId="{20F07DAF-5025-47E0-A9C4-92B6E7D1C296}" dt="2026-07-28T03:07:54.135" v="245" actId="2710"/>
          <ac:spMkLst>
            <pc:docMk/>
            <pc:sldMk cId="2459823700" sldId="277"/>
            <ac:spMk id="8" creationId="{B41E46F4-8B70-10CA-0A37-47B054D8D8B2}"/>
          </ac:spMkLst>
        </pc:spChg>
      </pc:sldChg>
      <pc:sldChg chg="modSp add mod">
        <pc:chgData name="Dibya Dash" userId="650c2379-2091-4a9d-981a-8434f89a2ba4" providerId="ADAL" clId="{20F07DAF-5025-47E0-A9C4-92B6E7D1C296}" dt="2026-07-28T03:30:31.371" v="384" actId="113"/>
        <pc:sldMkLst>
          <pc:docMk/>
          <pc:sldMk cId="2563655089" sldId="278"/>
        </pc:sldMkLst>
        <pc:spChg chg="mod">
          <ac:chgData name="Dibya Dash" userId="650c2379-2091-4a9d-981a-8434f89a2ba4" providerId="ADAL" clId="{20F07DAF-5025-47E0-A9C4-92B6E7D1C296}" dt="2026-07-28T03:17:14.732" v="324" actId="20577"/>
          <ac:spMkLst>
            <pc:docMk/>
            <pc:sldMk cId="2563655089" sldId="278"/>
            <ac:spMk id="4" creationId="{7C73D2BE-915B-21B4-045C-D39FE0BADF57}"/>
          </ac:spMkLst>
        </pc:spChg>
        <pc:spChg chg="mod">
          <ac:chgData name="Dibya Dash" userId="650c2379-2091-4a9d-981a-8434f89a2ba4" providerId="ADAL" clId="{20F07DAF-5025-47E0-A9C4-92B6E7D1C296}" dt="2026-07-28T03:30:31.371" v="384" actId="113"/>
          <ac:spMkLst>
            <pc:docMk/>
            <pc:sldMk cId="2563655089" sldId="278"/>
            <ac:spMk id="8" creationId="{2FEE7DA7-AD4D-FFDF-A80F-E384C49CBC57}"/>
          </ac:spMkLst>
        </pc:spChg>
      </pc:sldChg>
      <pc:sldChg chg="addSp delSp modSp del mod">
        <pc:chgData name="Dibya Dash" userId="650c2379-2091-4a9d-981a-8434f89a2ba4" providerId="ADAL" clId="{20F07DAF-5025-47E0-A9C4-92B6E7D1C296}" dt="2026-07-28T02:42:52.831" v="95" actId="2696"/>
        <pc:sldMkLst>
          <pc:docMk/>
          <pc:sldMk cId="451187730" sldId="283"/>
        </pc:sldMkLst>
        <pc:spChg chg="add mod">
          <ac:chgData name="Dibya Dash" userId="650c2379-2091-4a9d-981a-8434f89a2ba4" providerId="ADAL" clId="{20F07DAF-5025-47E0-A9C4-92B6E7D1C296}" dt="2026-07-28T02:42:43.087" v="93" actId="21"/>
          <ac:spMkLst>
            <pc:docMk/>
            <pc:sldMk cId="451187730" sldId="283"/>
            <ac:spMk id="5" creationId="{F109A0B3-CC0B-C776-2840-F0D639EDE0FA}"/>
          </ac:spMkLst>
        </pc:spChg>
        <pc:picChg chg="del">
          <ac:chgData name="Dibya Dash" userId="650c2379-2091-4a9d-981a-8434f89a2ba4" providerId="ADAL" clId="{20F07DAF-5025-47E0-A9C4-92B6E7D1C296}" dt="2026-07-28T02:42:43.087" v="93" actId="21"/>
          <ac:picMkLst>
            <pc:docMk/>
            <pc:sldMk cId="451187730" sldId="283"/>
            <ac:picMk id="20" creationId="{3DCA2B8E-64D3-7645-8DEB-688ED5756F52}"/>
          </ac:picMkLst>
        </pc:picChg>
      </pc:sldChg>
      <pc:sldChg chg="del">
        <pc:chgData name="Dibya Dash" userId="650c2379-2091-4a9d-981a-8434f89a2ba4" providerId="ADAL" clId="{20F07DAF-5025-47E0-A9C4-92B6E7D1C296}" dt="2026-07-28T02:43:02.546" v="98" actId="2696"/>
        <pc:sldMkLst>
          <pc:docMk/>
          <pc:sldMk cId="3322300142" sldId="284"/>
        </pc:sldMkLst>
      </pc:sldChg>
      <pc:sldChg chg="del">
        <pc:chgData name="Dibya Dash" userId="650c2379-2091-4a9d-981a-8434f89a2ba4" providerId="ADAL" clId="{20F07DAF-5025-47E0-A9C4-92B6E7D1C296}" dt="2026-07-28T02:43:19.883" v="101" actId="2696"/>
        <pc:sldMkLst>
          <pc:docMk/>
          <pc:sldMk cId="59582380" sldId="285"/>
        </pc:sldMkLst>
      </pc:sldChg>
      <pc:sldMasterChg chg="addSp mod">
        <pc:chgData name="Dibya Dash" userId="650c2379-2091-4a9d-981a-8434f89a2ba4" providerId="ADAL" clId="{20F07DAF-5025-47E0-A9C4-92B6E7D1C296}" dt="2026-07-26T23:25:47.030" v="2" actId="33475"/>
        <pc:sldMasterMkLst>
          <pc:docMk/>
          <pc:sldMasterMk cId="666093331" sldId="2147483648"/>
        </pc:sldMasterMkLst>
        <pc:spChg chg="add">
          <ac:chgData name="Dibya Dash" userId="650c2379-2091-4a9d-981a-8434f89a2ba4" providerId="ADAL" clId="{20F07DAF-5025-47E0-A9C4-92B6E7D1C296}" dt="2026-07-26T23:25:47.030" v="2" actId="33475"/>
          <ac:spMkLst>
            <pc:docMk/>
            <pc:sldMasterMk cId="666093331" sldId="2147483648"/>
            <ac:spMk id="20" creationId="{EC64BA10-CBA4-7AD7-318A-B71A994F6E04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7/29/2026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64BA10-CBA4-7AD7-318A-B71A994F6E0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 dirty="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E6B894-7E09-6385-344B-4EC1BF97E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068" y="-30193"/>
            <a:ext cx="12258136" cy="691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dirty="0"/>
              <a:t>Introduction</a:t>
            </a:r>
          </a:p>
          <a:p>
            <a:r>
              <a:rPr lang="en-US" sz="1800" dirty="0"/>
              <a:t>Problem Context</a:t>
            </a:r>
          </a:p>
          <a:p>
            <a:r>
              <a:rPr lang="en-IN" sz="1800" dirty="0"/>
              <a:t>Tools and Technologies Used</a:t>
            </a:r>
          </a:p>
          <a:p>
            <a:r>
              <a:rPr lang="en-IN" sz="1800" dirty="0"/>
              <a:t>Dataset and Data Validation</a:t>
            </a:r>
          </a:p>
          <a:p>
            <a:r>
              <a:rPr lang="en-US" sz="1800" dirty="0"/>
              <a:t>Source Code</a:t>
            </a:r>
          </a:p>
          <a:p>
            <a:r>
              <a:rPr lang="en-IN" sz="1800" dirty="0"/>
              <a:t>Outputs and Results</a:t>
            </a:r>
          </a:p>
          <a:p>
            <a:r>
              <a:rPr lang="en-IN" sz="1800" dirty="0"/>
              <a:t>Evaluation Metrics</a:t>
            </a:r>
            <a:endParaRPr lang="en-US" sz="1800" dirty="0"/>
          </a:p>
          <a:p>
            <a:r>
              <a:rPr lang="en-US" sz="1800" dirty="0"/>
              <a:t>Summary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570008"/>
            <a:ext cx="7802353" cy="4433977"/>
          </a:xfrm>
        </p:spPr>
        <p:txBody>
          <a:bodyPr>
            <a:normAutofit/>
          </a:bodyPr>
          <a:lstStyle/>
          <a:p>
            <a:pPr fontAlgn="t">
              <a:lnSpc>
                <a:spcPct val="10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Food waste is a major challenge for restaurants, cafeterias, and food service organizations.</a:t>
            </a:r>
          </a:p>
          <a:p>
            <a:pPr fontAlgn="t">
              <a:lnSpc>
                <a:spcPct val="10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Inaccurate demand estimation often leads to overproduction, inventory inefficiencies, and increased costs.</a:t>
            </a:r>
          </a:p>
          <a:p>
            <a:pPr fontAlgn="t">
              <a:lnSpc>
                <a:spcPct val="10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This project develops an AI-powered platform that predicts food demand, estimates food waste, and generates inventory recommendations.</a:t>
            </a:r>
          </a:p>
          <a:p>
            <a:pPr fontAlgn="t">
              <a:lnSpc>
                <a:spcPct val="10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Machine learning models use historical sales, weather conditions, event information, and operational data to support decision-making.</a:t>
            </a:r>
          </a:p>
          <a:p>
            <a:pPr fontAlgn="t">
              <a:lnSpc>
                <a:spcPct val="10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system is integrated with a Flask API and Streamlit dashboard for real-time prediction and inventory planning.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3BDE-ADFE-C4D0-98AC-54323A585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31873A-D955-1B02-CBFA-B9F85E19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Context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AA6ED6-0B48-A325-A52B-E98430FA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3D6557-E07F-E19F-D0D0-398B51CAD589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570008"/>
            <a:ext cx="7802353" cy="4433977"/>
          </a:xfrm>
        </p:spPr>
        <p:txBody>
          <a:bodyPr>
            <a:normAutofit/>
          </a:bodyPr>
          <a:lstStyle/>
          <a:p>
            <a:pPr fontAlgn="t">
              <a:lnSpc>
                <a:spcPct val="100000"/>
              </a:lnSpc>
            </a:pPr>
            <a:r>
              <a:rPr lang="en-IN" dirty="0"/>
              <a:t>Food service organizations must prepare sufficient food to meet customer demand while minimizing waste.</a:t>
            </a:r>
          </a:p>
          <a:p>
            <a:pPr fontAlgn="t">
              <a:lnSpc>
                <a:spcPct val="100000"/>
              </a:lnSpc>
            </a:pPr>
            <a:r>
              <a:rPr lang="en-IN" dirty="0"/>
              <a:t>Traditional forecasting methods often rely on manual estimation and experience.</a:t>
            </a:r>
          </a:p>
          <a:p>
            <a:pPr fontAlgn="t">
              <a:lnSpc>
                <a:spcPct val="100000"/>
              </a:lnSpc>
            </a:pPr>
            <a:r>
              <a:rPr lang="en-IN" dirty="0"/>
              <a:t>Overproduction increases food waste and operational costs.</a:t>
            </a:r>
          </a:p>
          <a:p>
            <a:pPr fontAlgn="t">
              <a:lnSpc>
                <a:spcPct val="100000"/>
              </a:lnSpc>
            </a:pPr>
            <a:r>
              <a:rPr lang="en-IN" dirty="0"/>
              <a:t>Underproduction may result in stock shortages and customer dissatisfaction.</a:t>
            </a:r>
          </a:p>
          <a:p>
            <a:pPr fontAlgn="t">
              <a:lnSpc>
                <a:spcPct val="100000"/>
              </a:lnSpc>
            </a:pPr>
            <a:r>
              <a:rPr lang="en-IN" dirty="0"/>
              <a:t>Demand is influenced by weather conditions, holidays, events, and historical consumption patterns.</a:t>
            </a:r>
          </a:p>
          <a:p>
            <a:pPr fontAlgn="t">
              <a:lnSpc>
                <a:spcPct val="100000"/>
              </a:lnSpc>
            </a:pPr>
            <a:r>
              <a:rPr lang="en-IN" dirty="0"/>
              <a:t>An intelligent forecasting system can improve planning, sustainability, and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280915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609B-6CA6-2636-189B-BB7A8ED36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4FC887-4452-14C5-B0F2-E6DF19B06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/>
              <a:t>Tools and Technologies Used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328442-F027-B1A5-A533-EB06457C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85430A5-6EFC-4278-9249-844FFFE27D0F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570008"/>
            <a:ext cx="7802353" cy="4433977"/>
          </a:xfrm>
        </p:spPr>
        <p:txBody>
          <a:bodyPr>
            <a:normAutofit/>
          </a:bodyPr>
          <a:lstStyle/>
          <a:p>
            <a:pPr fontAlgn="t">
              <a:lnSpc>
                <a:spcPct val="100000"/>
              </a:lnSpc>
            </a:pPr>
            <a:r>
              <a:rPr lang="en-IN" dirty="0"/>
              <a:t>Programming Language: </a:t>
            </a:r>
            <a:r>
              <a:rPr lang="en-IN" b="1" dirty="0"/>
              <a:t>Python</a:t>
            </a:r>
          </a:p>
          <a:p>
            <a:pPr fontAlgn="t">
              <a:lnSpc>
                <a:spcPct val="100000"/>
              </a:lnSpc>
            </a:pPr>
            <a:r>
              <a:rPr lang="en-IN" dirty="0"/>
              <a:t>Data Processing: </a:t>
            </a:r>
            <a:r>
              <a:rPr lang="en-IN" b="1" dirty="0"/>
              <a:t>Pandas, NumPy</a:t>
            </a:r>
          </a:p>
          <a:p>
            <a:pPr fontAlgn="t">
              <a:lnSpc>
                <a:spcPct val="100000"/>
              </a:lnSpc>
            </a:pPr>
            <a:r>
              <a:rPr lang="en-IN" dirty="0"/>
              <a:t>Machine Learning: </a:t>
            </a:r>
            <a:r>
              <a:rPr lang="en-IN" b="1" dirty="0"/>
              <a:t>Scikit-Learn</a:t>
            </a:r>
          </a:p>
          <a:p>
            <a:pPr fontAlgn="t">
              <a:lnSpc>
                <a:spcPct val="100000"/>
              </a:lnSpc>
            </a:pPr>
            <a:r>
              <a:rPr lang="en-IN" dirty="0"/>
              <a:t>Demand Forecasting Model: </a:t>
            </a:r>
            <a:r>
              <a:rPr lang="en-IN" b="1" dirty="0"/>
              <a:t>XGBoost Regressor</a:t>
            </a:r>
          </a:p>
          <a:p>
            <a:pPr fontAlgn="t">
              <a:lnSpc>
                <a:spcPct val="100000"/>
              </a:lnSpc>
            </a:pPr>
            <a:r>
              <a:rPr lang="en-IN" dirty="0"/>
              <a:t>Waste Prediction Model: </a:t>
            </a:r>
            <a:r>
              <a:rPr lang="en-IN" b="1" dirty="0"/>
              <a:t>Random Forest Regressor</a:t>
            </a:r>
          </a:p>
          <a:p>
            <a:pPr fontAlgn="t">
              <a:lnSpc>
                <a:spcPct val="100000"/>
              </a:lnSpc>
            </a:pPr>
            <a:r>
              <a:rPr lang="en-IN" dirty="0"/>
              <a:t>Model Serialization: </a:t>
            </a:r>
            <a:r>
              <a:rPr lang="en-IN" b="1" dirty="0"/>
              <a:t>Joblib</a:t>
            </a:r>
          </a:p>
          <a:p>
            <a:pPr fontAlgn="t">
              <a:lnSpc>
                <a:spcPct val="100000"/>
              </a:lnSpc>
            </a:pPr>
            <a:r>
              <a:rPr lang="en-IN" dirty="0"/>
              <a:t>Backend API: </a:t>
            </a:r>
            <a:r>
              <a:rPr lang="en-IN" b="1" dirty="0"/>
              <a:t>Flask</a:t>
            </a:r>
          </a:p>
          <a:p>
            <a:pPr fontAlgn="t">
              <a:lnSpc>
                <a:spcPct val="100000"/>
              </a:lnSpc>
            </a:pPr>
            <a:r>
              <a:rPr lang="en-IN" dirty="0"/>
              <a:t>Dashboard: </a:t>
            </a:r>
            <a:r>
              <a:rPr lang="en-IN" b="1" dirty="0"/>
              <a:t>Streamlit</a:t>
            </a:r>
          </a:p>
        </p:txBody>
      </p:sp>
    </p:spTree>
    <p:extLst>
      <p:ext uri="{BB962C8B-B14F-4D97-AF65-F5344CB8AC3E}">
        <p14:creationId xmlns:p14="http://schemas.microsoft.com/office/powerpoint/2010/main" val="393598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DB209-DF7E-8FFA-EADF-21C5C5B97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73FB3E-8B43-DC44-6E29-E0AC6D7F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/>
              <a:t>Dataset and Data Validation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692B6C-8157-5E2B-CD9C-7232A2BC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8BD0AB-34E9-899E-C855-10750F318603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570008"/>
            <a:ext cx="7802353" cy="4433977"/>
          </a:xfrm>
        </p:spPr>
        <p:txBody>
          <a:bodyPr>
            <a:normAutofit/>
          </a:bodyPr>
          <a:lstStyle/>
          <a:p>
            <a:pPr marL="285750" lvl="1" indent="-285750">
              <a:lnSpc>
                <a:spcPct val="100000"/>
              </a:lnSpc>
            </a:pPr>
            <a:r>
              <a:rPr lang="en-US" sz="1800" dirty="0"/>
              <a:t>Dataset contains 20,000 records on food preparation, sales, wastage, and related features with behavioral indicators.</a:t>
            </a:r>
          </a:p>
          <a:p>
            <a:pPr marL="285750" lvl="1" indent="-285750">
              <a:lnSpc>
                <a:spcPct val="100000"/>
              </a:lnSpc>
            </a:pPr>
            <a:r>
              <a:rPr lang="en-US" sz="1800" dirty="0"/>
              <a:t>Data cleaning involves removing missing and duplicate records, validating dates, and encoding categorical variables.</a:t>
            </a:r>
          </a:p>
          <a:p>
            <a:pPr marL="285750" lvl="1" indent="-285750">
              <a:lnSpc>
                <a:spcPct val="100000"/>
              </a:lnSpc>
            </a:pPr>
            <a:r>
              <a:rPr lang="en-US" sz="1800" dirty="0"/>
              <a:t>Business rules ensure sold and wasted quantities do not exceed prepared quantities, maintaining data integrity.</a:t>
            </a:r>
          </a:p>
          <a:p>
            <a:pPr marL="285750" lvl="1" indent="-285750">
              <a:lnSpc>
                <a:spcPct val="100000"/>
              </a:lnSpc>
            </a:pPr>
            <a:r>
              <a:rPr lang="en-US" sz="1800" dirty="0"/>
              <a:t>Outliers are detected using interquartile range method; cleaned records are sorted chronologically and exported.</a:t>
            </a:r>
          </a:p>
        </p:txBody>
      </p:sp>
    </p:spTree>
    <p:extLst>
      <p:ext uri="{BB962C8B-B14F-4D97-AF65-F5344CB8AC3E}">
        <p14:creationId xmlns:p14="http://schemas.microsoft.com/office/powerpoint/2010/main" val="358475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848DB-D487-5D28-830E-61F20CF53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3D2BE-915B-21B4-045C-D39FE0BAD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/>
              <a:t>Source Code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61B104-C363-BF8F-B906-9C1FBD6E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EE7DA7-AD4D-FFDF-A80F-E384C49CBC57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570008"/>
            <a:ext cx="7802353" cy="4433977"/>
          </a:xfrm>
        </p:spPr>
        <p:txBody>
          <a:bodyPr>
            <a:normAutofit/>
          </a:bodyPr>
          <a:lstStyle/>
          <a:p>
            <a:pPr fontAlgn="t">
              <a:lnSpc>
                <a:spcPct val="100000"/>
              </a:lnSpc>
            </a:pPr>
            <a:r>
              <a:rPr lang="en-IN" b="1" dirty="0"/>
              <a:t>Data Validation Pipeline </a:t>
            </a:r>
            <a:r>
              <a:rPr lang="en-IN" dirty="0"/>
              <a:t>cleans the dataset by handling missing values, removing duplicates, validating dates, enforcing business rules, and detecting outliers.</a:t>
            </a:r>
            <a:endParaRPr lang="en-IN" b="1" dirty="0"/>
          </a:p>
          <a:p>
            <a:pPr fontAlgn="t">
              <a:lnSpc>
                <a:spcPct val="100000"/>
              </a:lnSpc>
            </a:pPr>
            <a:r>
              <a:rPr lang="en-IN" b="1" dirty="0"/>
              <a:t>Inventory Optimizer </a:t>
            </a:r>
            <a:r>
              <a:rPr lang="en-IN" dirty="0"/>
              <a:t>analyzes predicted demand and waste to recommend inventory levels, safety stock, procurement needs, cost-saving opportunities, and waste-reduction strategies.</a:t>
            </a:r>
            <a:endParaRPr lang="en-IN" b="1" dirty="0"/>
          </a:p>
          <a:p>
            <a:pPr fontAlgn="t">
              <a:lnSpc>
                <a:spcPct val="100000"/>
              </a:lnSpc>
            </a:pPr>
            <a:r>
              <a:rPr lang="en-IN" b="1" dirty="0"/>
              <a:t>Machine Learning Models </a:t>
            </a:r>
            <a:r>
              <a:rPr lang="en-IN" dirty="0"/>
              <a:t>uses XGBoost for demand forecasting and Random Forest for food waste prediction, with temporal feature engineering to capture demand patterns.</a:t>
            </a:r>
            <a:endParaRPr lang="en-IN" b="1" dirty="0"/>
          </a:p>
          <a:p>
            <a:pPr fontAlgn="t">
              <a:lnSpc>
                <a:spcPct val="100000"/>
              </a:lnSpc>
            </a:pPr>
            <a:r>
              <a:rPr lang="en-IN" b="1" dirty="0"/>
              <a:t>Flask API </a:t>
            </a:r>
            <a:r>
              <a:rPr lang="en-IN" dirty="0"/>
              <a:t>enables real-time predictions and inventory recommendations.</a:t>
            </a:r>
            <a:endParaRPr lang="en-IN" b="1" dirty="0"/>
          </a:p>
          <a:p>
            <a:pPr fontAlgn="t">
              <a:lnSpc>
                <a:spcPct val="100000"/>
              </a:lnSpc>
            </a:pPr>
            <a:r>
              <a:rPr lang="en-IN" b="1" dirty="0"/>
              <a:t>Streamlit Dashboard </a:t>
            </a:r>
            <a:r>
              <a:rPr lang="en-IN" dirty="0"/>
              <a:t>provides an interactive interface to visualize forecasts, optimization reports, risk levels, and actionable insights.</a:t>
            </a:r>
          </a:p>
        </p:txBody>
      </p:sp>
    </p:spTree>
    <p:extLst>
      <p:ext uri="{BB962C8B-B14F-4D97-AF65-F5344CB8AC3E}">
        <p14:creationId xmlns:p14="http://schemas.microsoft.com/office/powerpoint/2010/main" val="256365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4FE9-2703-8F78-10F9-9AA495AC0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0028DB-BA26-2E98-B4B7-A95E33429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/>
              <a:t>Outputs and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019AC1-8F3B-3DCA-FA2A-DB65A633C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7FD1EA-AF3B-CF33-22D5-3910719B906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570008"/>
            <a:ext cx="7802353" cy="4433977"/>
          </a:xfrm>
        </p:spPr>
        <p:txBody>
          <a:bodyPr>
            <a:normAutofit/>
          </a:bodyPr>
          <a:lstStyle/>
          <a:p>
            <a:pPr fontAlgn="t"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platform forecasts food demand and waste to optimize inventory and reduce unused food.</a:t>
            </a:r>
          </a:p>
          <a:p>
            <a:pPr fontAlgn="t"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Inventory levels and procurement needs are calculated by combining demand, waste, and safety stock.</a:t>
            </a:r>
          </a:p>
          <a:p>
            <a:pPr fontAlgn="t"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platform quantifies cost losses from waste and identifies savings through improved planning.</a:t>
            </a:r>
          </a:p>
          <a:p>
            <a:pPr fontAlgn="t"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Waste-based risk levels guide prioritization; insights are presented via a Streamlit dashboard.</a:t>
            </a:r>
          </a:p>
        </p:txBody>
      </p:sp>
    </p:spTree>
    <p:extLst>
      <p:ext uri="{BB962C8B-B14F-4D97-AF65-F5344CB8AC3E}">
        <p14:creationId xmlns:p14="http://schemas.microsoft.com/office/powerpoint/2010/main" val="78339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0BC3A-D406-B093-F251-DFEC76B09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2DBDDA-86C3-1F41-2798-FB3BE59C4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E30F6B-BEFA-34C6-4C48-24962090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1E46F4-8B70-10CA-0A37-47B054D8D8B2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570008"/>
            <a:ext cx="7802353" cy="4433977"/>
          </a:xfrm>
        </p:spPr>
        <p:txBody>
          <a:bodyPr>
            <a:normAutofit/>
          </a:bodyPr>
          <a:lstStyle/>
          <a:p>
            <a:pPr marL="285750" lvl="1" indent="-285750">
              <a:lnSpc>
                <a:spcPct val="100000"/>
              </a:lnSpc>
            </a:pPr>
            <a:r>
              <a:rPr lang="en-US" sz="1800" dirty="0"/>
              <a:t>Mean Absolute Error measures average prediction errors, indicating model accuracy and forecasting reliability.</a:t>
            </a:r>
          </a:p>
          <a:p>
            <a:pPr marL="285750" lvl="1" indent="-285750">
              <a:lnSpc>
                <a:spcPct val="100000"/>
              </a:lnSpc>
            </a:pPr>
            <a:r>
              <a:rPr lang="en-US" sz="1800" dirty="0"/>
              <a:t>R-squared evaluates variance explained by the model, indicating predictive power and relationship strength.</a:t>
            </a:r>
          </a:p>
          <a:p>
            <a:pPr marL="285750" lvl="1" indent="-285750">
              <a:lnSpc>
                <a:spcPct val="100000"/>
              </a:lnSpc>
            </a:pPr>
            <a:r>
              <a:rPr lang="en-US" sz="1800" dirty="0"/>
              <a:t>Real-world assessment compares predictions to historical sales, weather, and operations to ensure business relevancy.</a:t>
            </a:r>
          </a:p>
          <a:p>
            <a:pPr marL="285750" lvl="1" indent="-285750">
              <a:lnSpc>
                <a:spcPct val="100000"/>
              </a:lnSpc>
            </a:pPr>
            <a:r>
              <a:rPr lang="en-US" sz="1800" dirty="0"/>
              <a:t>Evaluation supports continuous model improvement through parameter tuning and feature selection for accuracy.</a:t>
            </a:r>
          </a:p>
        </p:txBody>
      </p:sp>
    </p:spTree>
    <p:extLst>
      <p:ext uri="{BB962C8B-B14F-4D97-AF65-F5344CB8AC3E}">
        <p14:creationId xmlns:p14="http://schemas.microsoft.com/office/powerpoint/2010/main" val="245982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3CECC-782C-20B1-7131-02C9CE18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B279BC-AA85-67D2-AC6C-A4708A5EA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CC8162-0237-DE0C-3877-64C9CBB98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7A3EC5-3EF2-89E8-0078-F1C0F6F75105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570008"/>
            <a:ext cx="7802353" cy="4433977"/>
          </a:xfrm>
        </p:spPr>
        <p:txBody>
          <a:bodyPr>
            <a:normAutofit/>
          </a:bodyPr>
          <a:lstStyle/>
          <a:p>
            <a:pPr fontAlgn="t">
              <a:lnSpc>
                <a:spcPct val="100000"/>
              </a:lnSpc>
            </a:pPr>
            <a:r>
              <a:rPr lang="en-IN" dirty="0"/>
              <a:t>Developed an AI-powered system for food demand forecasting, waste prediction, and inventory optimization.</a:t>
            </a:r>
          </a:p>
          <a:p>
            <a:pPr fontAlgn="t">
              <a:lnSpc>
                <a:spcPct val="100000"/>
              </a:lnSpc>
            </a:pPr>
            <a:r>
              <a:rPr lang="en-IN" dirty="0"/>
              <a:t>Integrated ML models, Flask API, and Streamlit dashboard for real-time decision support and waste reduction.</a:t>
            </a:r>
          </a:p>
          <a:p>
            <a:pPr fontAlgn="t">
              <a:lnSpc>
                <a:spcPct val="100000"/>
              </a:lnSpc>
            </a:pPr>
            <a:r>
              <a:rPr lang="en-IN" b="1" dirty="0">
                <a:cs typeface="Segoe UI" panose="020B0502040204020203" pitchFamily="34" charset="0"/>
              </a:rPr>
              <a:t>Key Takeaway</a:t>
            </a:r>
          </a:p>
          <a:p>
            <a:pPr marL="457200" lvl="1" indent="0" fontAlgn="t">
              <a:lnSpc>
                <a:spcPct val="100000"/>
              </a:lnSpc>
              <a:buNone/>
            </a:pPr>
            <a:r>
              <a:rPr lang="en-IN" sz="1800" dirty="0">
                <a:cs typeface="Segoe UI" panose="020B0502040204020203" pitchFamily="34" charset="0"/>
              </a:rPr>
              <a:t>Machine learning can significantly improve food inventory planning, reduce waste, lower costs, and support sustainable food service operations.</a:t>
            </a:r>
          </a:p>
          <a:p>
            <a:pPr fontAlgn="t">
              <a:lnSpc>
                <a:spcPct val="100000"/>
              </a:lnSpc>
            </a:pPr>
            <a:r>
              <a:rPr lang="en-IN" b="1" dirty="0">
                <a:cs typeface="Segoe UI" panose="020B0502040204020203" pitchFamily="34" charset="0"/>
              </a:rPr>
              <a:t>Future Work</a:t>
            </a:r>
          </a:p>
          <a:p>
            <a:pPr lvl="1" fontAlgn="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sz="1800" dirty="0">
                <a:cs typeface="Segoe UI" panose="020B0502040204020203" pitchFamily="34" charset="0"/>
              </a:rPr>
              <a:t>LSTM-based demand forecasting.</a:t>
            </a:r>
          </a:p>
          <a:p>
            <a:pPr lvl="1" fontAlgn="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sz="1800" dirty="0">
                <a:cs typeface="Segoe UI" panose="020B0502040204020203" pitchFamily="34" charset="0"/>
              </a:rPr>
              <a:t>Multi-location inventory optimization.</a:t>
            </a:r>
          </a:p>
          <a:p>
            <a:pPr lvl="1" fontAlgn="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sz="1800" dirty="0">
                <a:cs typeface="Segoe UI" panose="020B0502040204020203" pitchFamily="34" charset="0"/>
              </a:rPr>
              <a:t>Real-time POS and IoT integration.</a:t>
            </a:r>
          </a:p>
          <a:p>
            <a:pPr lvl="1" fontAlgn="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sz="1800" dirty="0">
                <a:cs typeface="Segoe UI" panose="020B0502040204020203" pitchFamily="34" charset="0"/>
              </a:rPr>
              <a:t>Cloud deployment and mobile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51679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3612" y="2660559"/>
            <a:ext cx="4945598" cy="1243584"/>
          </a:xfrm>
        </p:spPr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8051360-0F46-2C0B-A236-C449F6791117}"/>
              </a:ext>
            </a:extLst>
          </p:cNvPr>
          <p:cNvSpPr txBox="1">
            <a:spLocks/>
          </p:cNvSpPr>
          <p:nvPr/>
        </p:nvSpPr>
        <p:spPr>
          <a:xfrm>
            <a:off x="3395207" y="3666974"/>
            <a:ext cx="5974003" cy="12435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z="1800" b="0" dirty="0">
                <a:latin typeface="+mn-lt"/>
              </a:rPr>
              <a:t>https://github.com/dibyardash/Food-Waste-Prediction-Demand-Forecasting-and-Inventory-Optimization.git</a:t>
            </a: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3300</TotalTime>
  <Words>638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Courier New</vt:lpstr>
      <vt:lpstr>Segoe UI</vt:lpstr>
      <vt:lpstr>Trade Gothic LT Pro</vt:lpstr>
      <vt:lpstr>Trebuchet MS</vt:lpstr>
      <vt:lpstr>Office Theme</vt:lpstr>
      <vt:lpstr>Title Here</vt:lpstr>
      <vt:lpstr>Agenda</vt:lpstr>
      <vt:lpstr>Introduction</vt:lpstr>
      <vt:lpstr>Problem Context</vt:lpstr>
      <vt:lpstr>Tools and Technologies Used</vt:lpstr>
      <vt:lpstr>Dataset and Data Validation</vt:lpstr>
      <vt:lpstr>Source Code</vt:lpstr>
      <vt:lpstr>Outputs and Results</vt:lpstr>
      <vt:lpstr>Evaluation Metrics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Dibya Dash</dc:creator>
  <cp:lastModifiedBy>Dibya Dash</cp:lastModifiedBy>
  <cp:revision>2</cp:revision>
  <dcterms:created xsi:type="dcterms:W3CDTF">2026-07-26T23:18:31Z</dcterms:created>
  <dcterms:modified xsi:type="dcterms:W3CDTF">2026-07-30T09:22:51Z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556dfe78-8a37-4fb5-b4aa-b92b97e18d15_Enabled">
    <vt:lpwstr>true</vt:lpwstr>
  </property>
  <property fmtid="{D5CDD505-2E9C-101B-9397-08002B2CF9AE}" pid="4" name="MSIP_Label_556dfe78-8a37-4fb5-b4aa-b92b97e18d15_SetDate">
    <vt:lpwstr>2026-07-26T23:25:46Z</vt:lpwstr>
  </property>
  <property fmtid="{D5CDD505-2E9C-101B-9397-08002B2CF9AE}" pid="5" name="MSIP_Label_556dfe78-8a37-4fb5-b4aa-b92b97e18d15_Method">
    <vt:lpwstr>Standard</vt:lpwstr>
  </property>
  <property fmtid="{D5CDD505-2E9C-101B-9397-08002B2CF9AE}" pid="6" name="MSIP_Label_556dfe78-8a37-4fb5-b4aa-b92b97e18d15_Name">
    <vt:lpwstr>Internal</vt:lpwstr>
  </property>
  <property fmtid="{D5CDD505-2E9C-101B-9397-08002B2CF9AE}" pid="7" name="MSIP_Label_556dfe78-8a37-4fb5-b4aa-b92b97e18d15_SiteId">
    <vt:lpwstr>189de737-c93a-4f5a-8b68-6f4ca9941912</vt:lpwstr>
  </property>
  <property fmtid="{D5CDD505-2E9C-101B-9397-08002B2CF9AE}" pid="8" name="MSIP_Label_556dfe78-8a37-4fb5-b4aa-b92b97e18d15_ActionId">
    <vt:lpwstr>0737098b-1f52-4fc6-94b6-1787d353d01a</vt:lpwstr>
  </property>
  <property fmtid="{D5CDD505-2E9C-101B-9397-08002B2CF9AE}" pid="9" name="MSIP_Label_556dfe78-8a37-4fb5-b4aa-b92b97e18d15_ContentBits">
    <vt:lpwstr>1</vt:lpwstr>
  </property>
  <property fmtid="{D5CDD505-2E9C-101B-9397-08002B2CF9AE}" pid="10" name="MSIP_Label_556dfe78-8a37-4fb5-b4aa-b92b97e18d15_Tag">
    <vt:lpwstr>10, 3, 0, 1</vt:lpwstr>
  </property>
  <property fmtid="{D5CDD505-2E9C-101B-9397-08002B2CF9AE}" pid="11" name="ClassificationContentMarkingHeaderLocations">
    <vt:lpwstr>Office Theme:20</vt:lpwstr>
  </property>
  <property fmtid="{D5CDD505-2E9C-101B-9397-08002B2CF9AE}" pid="12" name="ClassificationContentMarkingHeaderText">
    <vt:lpwstr>Classification: Internal</vt:lpwstr>
  </property>
</Properties>
</file>